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NTENTIONAL_FLAT_TEST_FIXTURE" descr="Synthetic source PNG; this intentionally flat slide is not object-editable.">
            <a:extLst>
              <a:ext uri="{FF2B5EF4-FFF2-40B4-BE49-F238E27FC236}">
                <a16:creationId xmlns:a16="http://schemas.microsoft.com/office/drawing/2014/main" id="{8BD28738-9481-C08B-0ED4-DE0B35DADF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NTENTIONAL_FLAT_TEST_FIXTURE" descr="Synthetic source PNG; this intentionally flat slide is not object-editable.">
            <a:extLst>
              <a:ext uri="{FF2B5EF4-FFF2-40B4-BE49-F238E27FC236}">
                <a16:creationId xmlns:a16="http://schemas.microsoft.com/office/drawing/2014/main" id="{AD68555B-7DCB-3544-247F-89433B5C05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ImageToEditablePPT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Image to editable PPT</dc:title>
  <cp:lastModifiedBy/>
  <cp:revision>1</cp:revision>
  <dcterms:modified xsi:type="dcterms:W3CDTF">2026-10-29T15:42:10Z</dcterms:modified>
</cp:coreProperties>
</file>